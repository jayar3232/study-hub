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Montserrat Bold" charset="1" panose="00000800000000000000"/>
      <p:regular r:id="rId36"/>
    </p:embeddedFont>
    <p:embeddedFont>
      <p:font typeface="Montserrat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3142" y="2608588"/>
            <a:ext cx="14096524" cy="456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What is A</a:t>
            </a: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NOVA used for?</a:t>
            </a:r>
          </a:p>
          <a:p>
            <a:pPr algn="l">
              <a:lnSpc>
                <a:spcPts val="6912"/>
              </a:lnSpc>
            </a:pPr>
            <a:r>
              <a:rPr lang="en-US" sz="48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8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Predicting values</a:t>
            </a:r>
          </a:p>
          <a:p>
            <a:pPr algn="l">
              <a:lnSpc>
                <a:spcPts val="6912"/>
              </a:lnSpc>
            </a:pPr>
            <a:r>
              <a:rPr lang="en-US" sz="48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Comparing means of three or more groups</a:t>
            </a:r>
          </a:p>
          <a:p>
            <a:pPr algn="l">
              <a:lnSpc>
                <a:spcPts val="6912"/>
              </a:lnSpc>
            </a:pPr>
            <a:r>
              <a:rPr lang="en-US" sz="48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Measuring correlation</a:t>
            </a:r>
          </a:p>
          <a:p>
            <a:pPr algn="l">
              <a:lnSpc>
                <a:spcPts val="6912"/>
              </a:lnSpc>
            </a:pPr>
            <a:r>
              <a:rPr lang="en-US" sz="48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Testing proportions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58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One-Way A</a:t>
            </a: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NOVA involves how many independent variables?</a:t>
            </a:r>
          </a:p>
          <a:p>
            <a:pPr algn="l">
              <a:lnSpc>
                <a:spcPts val="7920"/>
              </a:lnSpc>
            </a:pPr>
            <a:r>
              <a:rPr lang="en-US" sz="5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5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One</a:t>
            </a:r>
          </a:p>
          <a:p>
            <a:pPr algn="l">
              <a:lnSpc>
                <a:spcPts val="7920"/>
              </a:lnSpc>
            </a:pPr>
            <a:r>
              <a:rPr lang="en-US" sz="55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Two</a:t>
            </a:r>
          </a:p>
          <a:p>
            <a:pPr algn="l">
              <a:lnSpc>
                <a:spcPts val="7920"/>
              </a:lnSpc>
            </a:pPr>
            <a:r>
              <a:rPr lang="en-US" sz="55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Three</a:t>
            </a:r>
          </a:p>
          <a:p>
            <a:pPr algn="l">
              <a:lnSpc>
                <a:spcPts val="7056"/>
              </a:lnSpc>
            </a:pPr>
            <a:r>
              <a:rPr lang="en-US" sz="49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None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578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Which is NOT an assumption of One-Way A</a:t>
            </a: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NOVA?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Normality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Independence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Homogeneity of variance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Linearity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What does the F-value measure</a:t>
            </a: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Mean difference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Ratio of variances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Correlation strength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Probability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If p-value &lt; α, what is the decision</a:t>
            </a: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Accept null hypothesis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Reject null hypothesis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Ignore result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Repeat test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578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Two-Way ANOVA involves how many factors</a:t>
            </a: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One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Two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Three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Four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Interaction effect refers to: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Effect of one variable only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Combined effect of two variables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No effect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Random error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 Which is a post-hoc test?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Pearson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Chi-square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Tukey’s HSD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Regression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9. What does a high F-value indicate?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No difference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Possible significant difference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Low variance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Error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10. Post-hoc tests are used when: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Result is not significant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Result is significant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Data is missing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Sample is small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149426"/>
            <a:ext cx="14873627" cy="480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11. Pearson’s correlation measures: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Categorical data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Linear relationship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Ranked data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Frequency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12. The symbol for Pearson’s correlation is:</a:t>
            </a:r>
          </a:p>
          <a:p>
            <a:pPr algn="l">
              <a:lnSpc>
                <a:spcPts val="7776"/>
              </a:lnSpc>
            </a:pPr>
            <a:r>
              <a:rPr lang="en-US" sz="54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ρ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r</a:t>
            </a:r>
          </a:p>
          <a:p>
            <a:pPr algn="l">
              <a:lnSpc>
                <a:spcPts val="7776"/>
              </a:lnSpc>
            </a:pPr>
            <a:r>
              <a:rPr lang="en-US" sz="54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χ²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β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13. Range of Pearson’s r is: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0 to 1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-1 to 1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0 to 100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-100 to 100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14. What does r = 0 mean?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Perfect positive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Perfect negative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No relationship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Strong relationship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665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15. Spearman’s correlation is used for: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Continuous data only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Linear data only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Ranked or ordinal data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Categorical data</a:t>
            </a:r>
          </a:p>
          <a:p>
            <a:pPr algn="l">
              <a:lnSpc>
                <a:spcPts val="7632"/>
              </a:lnSpc>
            </a:pPr>
          </a:p>
          <a:p>
            <a:pPr algn="l">
              <a:lnSpc>
                <a:spcPts val="72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16. Symbol for Spearman’s correlation is: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ρ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β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α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17. Spearman is best used when: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Data is linear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Data has outliers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Data is normal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Data is categorical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18. A positive correlation means: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One increases, other decreases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Both increase together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No change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Random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19. A negative correlation means: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Both increase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One increases, other decreases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No relatio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Equal values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569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20. Measures of association determine: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Differences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Strength of relationship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Mea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ns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Variance</a:t>
            </a:r>
          </a:p>
          <a:p>
            <a:pPr algn="l">
              <a:lnSpc>
                <a:spcPts val="72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21. Chi-square test is used for: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Continuous data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Categorical variables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Predictio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Correlation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22. Chi-square symbol is: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β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χ²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μ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2615961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23. If p-value &gt; 0.05 in Chi-square: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Significant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Not significant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Reject H₀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Strong relation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353" y="1853675"/>
            <a:ext cx="14873627" cy="569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24. Chi-square test of independence checks: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Prediction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Relationship between variables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Mean difference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Variance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1853675"/>
            <a:ext cx="14873627" cy="569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25. Expected frequency should be at least: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A. 1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3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5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10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1853675"/>
            <a:ext cx="14873627" cy="569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26. Linear regression models relationship between: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Two categorical variables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Dependent and independent variables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Groups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Frequencies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1853675"/>
            <a:ext cx="14873627" cy="569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27. Simple linear regression uses how many predi</a:t>
            </a: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ctors?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One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Two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Three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Many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2618113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28. Multiple linear regression uses: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One predi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ctor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Two or more predictors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No predictor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Only dependent variables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2618113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29. What does R² represent?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Err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Strength of model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Mean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Variance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187" y="2618113"/>
            <a:ext cx="14873627" cy="47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30. If p-value ≤ 0.05 in regression:</a:t>
            </a:r>
          </a:p>
          <a:p>
            <a:pPr algn="l">
              <a:lnSpc>
                <a:spcPts val="7632"/>
              </a:lnSpc>
            </a:pPr>
            <a:r>
              <a:rPr lang="en-US" sz="53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A. N</a:t>
            </a: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ot significant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B. Significant</a:t>
            </a:r>
          </a:p>
          <a:p>
            <a:pPr algn="l">
              <a:lnSpc>
                <a:spcPts val="7632"/>
              </a:lnSpc>
            </a:pPr>
            <a:r>
              <a:rPr lang="en-US" sz="53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C. Ignore</a:t>
            </a:r>
          </a:p>
          <a:p>
            <a:pPr algn="l">
              <a:lnSpc>
                <a:spcPts val="7200"/>
              </a:lnSpc>
            </a:pPr>
            <a:r>
              <a:rPr lang="en-US" sz="5000">
                <a:solidFill>
                  <a:srgbClr val="CADED6"/>
                </a:solidFill>
                <a:latin typeface="Montserrat"/>
                <a:ea typeface="Montserrat"/>
                <a:cs typeface="Montserrat"/>
                <a:sym typeface="Montserrat"/>
              </a:rPr>
              <a:t> D. Invalid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DAHIMXG8Z6o</dc:identifier>
  <dcterms:modified xsi:type="dcterms:W3CDTF">2011-08-01T06:04:30Z</dcterms:modified>
  <cp:revision>1</cp:revision>
  <dc:title>IT 221(Quantitative Methods)_Group 4.pptx</dc:title>
</cp:coreProperties>
</file>